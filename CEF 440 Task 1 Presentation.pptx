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Comprehensive Report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402336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· Languages · Frameworks · Architecture · Requirements · Cost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533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Mobile Apps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PWA, Hybrid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5331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Languages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6928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Swift, Kotlin, JS, Dart, C#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33172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33172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8775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Frameworks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55448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Native, Flutter, Xamarin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33172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33172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877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Patterns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66928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MVVM, MVP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356616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356616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2219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 Engineering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55448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Collection, analysis, validation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754880" y="356616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754880" y="356616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22192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66928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Estimation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566928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Factors, techniques, planning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4" name="Text 2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Mobile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specific OS (Android/iOS) using platform languages. Highest performance, full hardware access.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09728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56616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 that behave like mobile apps, running in a browser. No install needed, cross-platform.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9728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44652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 wrapped in a native shell. Single codebase for multiple platforms, moderate performance.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9" name="Text 1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Types — Comparison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Native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PWA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Hybrid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 Programming Languages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74904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Languages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Swift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— Fast, safe, Apple ecosystem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Kotlin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Concise, less error-prone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34290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0876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Mature, strong community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1005840"/>
            <a:ext cx="37490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3"/>
          <p:cNvSpPr/>
          <p:nvPr/>
        </p:nvSpPr>
        <p:spPr>
          <a:xfrm>
            <a:off x="475488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 Languages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754880" y="16002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373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2356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62356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React Native — huge ecosystem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5146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65176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2356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Dart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62356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Flutter — optimized for UI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754880" y="34290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566160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62356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562356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Xamarin — .NET integrated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2" name="Text 24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= Best performance  |  Cross-Platform = Faster dev &amp; lower cost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4" name="Text 2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Frameworks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provides tools, libraries, and APIs to build apps efficiently.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+ React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community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Near-native performance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23774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Social media, e-commerce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280160"/>
            <a:ext cx="265176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language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rendering engine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custom widgets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for 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749040"/>
            <a:ext cx="23774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Rich UI apps, startups &amp; MVPs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280160"/>
            <a:ext cx="26517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Xamarin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Microsoft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+ .NET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API access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integration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sharing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3749040"/>
            <a:ext cx="23774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Enterprise &amp; business apps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Comparison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84248"/>
                <a:gridCol w="1984248"/>
                <a:gridCol w="197510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Criteria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Flutter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React Native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Xamarin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Moderate–High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Flexibility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Native-like, less flex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(Dart)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Easier (JavaScript)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(C#/.NET)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Rapidly growing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but smaller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UI &amp; MVPs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 &amp;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→ UI &amp; performance  |  React Native → flexibility &amp; community  |  Xamarin → enterprise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Design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code is organized — defines interaction between UI, logic, and data.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Model-View-Controller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116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011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logic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60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2560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3108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 ↔ 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widely used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bloat in large apps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12344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234440"/>
            <a:ext cx="265176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MVVM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2044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Model-View-ViewModel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01168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0116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2011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logic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256032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560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2560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310896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3108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 ↔ 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binding, testable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setup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2344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234440"/>
            <a:ext cx="265176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0080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Model-View-Presenter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55080" y="201168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0116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2011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256032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2560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2560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UI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3108960"/>
            <a:ext cx="23774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0" y="3108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 ↔ 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separation, debuggable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boilerplate code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Architecture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56032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Organization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readable codebase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06040" y="1280160"/>
            <a:ext cx="1920240" cy="256032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002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74320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new features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280160"/>
            <a:ext cx="1920240" cy="256032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002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920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89204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bug fixes &amp; updates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903720" y="1280160"/>
            <a:ext cx="1920240" cy="256032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60020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408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Testability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04088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components independently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Collecting, analyzing, and defining what users need from an application.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Methods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8872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stakeholder communication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8872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large user groups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971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8872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real user behavior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5760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8872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group discussions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7548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 Types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4754880" y="169164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754880" y="169164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4"/>
          <p:cNvSpPr/>
          <p:nvPr/>
        </p:nvSpPr>
        <p:spPr>
          <a:xfrm>
            <a:off x="50292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02920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should do: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payments, notifications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754880" y="292608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54880" y="2926080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Non-Functional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2920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should perform: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security, usability, reliability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Text 2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Estimation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Cost Factors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490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Complexity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→ Medium → Complex (AI)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(login) vs Advanced (chat, GPS)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7490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platforms = higher cost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team = higher cost, faster delivery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7490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UI/animations increase cost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Estimation Techniques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417320"/>
            <a:ext cx="64008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Time-Based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Hours × Hourly 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77440"/>
            <a:ext cx="64008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Feature-Based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calculated per feature/module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33756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33756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sprints, story points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097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type choice (Native, PWA, Hybrid) directly impacts cost &amp; performance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719072"/>
            <a:ext cx="7680960" cy="50292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6479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7190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language + framework = efficiency &amp; reduced dev time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2340864"/>
            <a:ext cx="7680960" cy="50292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86584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234086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architecture ensures scalability &amp; maintainability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31520" y="2962656"/>
            <a:ext cx="7680960" cy="50292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08376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296265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engineering prevents project failure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31520" y="3584448"/>
            <a:ext cx="7680960" cy="50292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30168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358444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keeps projects on budget &amp; on schedule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mobile app development = performance + cost + user needs + technology.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914400" y="470916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 Development</dc:title>
  <dc:subject>PptxGenJS Presentation</dc:subject>
  <dc:creator>CEF 440</dc:creator>
  <cp:lastModifiedBy>CEF 440</cp:lastModifiedBy>
  <cp:revision>1</cp:revision>
  <dcterms:created xsi:type="dcterms:W3CDTF">2026-04-07T07:46:02Z</dcterms:created>
  <dcterms:modified xsi:type="dcterms:W3CDTF">2026-04-07T07:46:02Z</dcterms:modified>
</cp:coreProperties>
</file>